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9144000" cy="5143500" type="screen16x9"/>
  <p:notesSz cx="6858000" cy="9144000"/>
  <p:embeddedFontLst>
    <p:embeddedFont>
      <p:font typeface="Comic Sans MS" panose="030F0702030302020204" pitchFamily="66" charset="0"/>
      <p:regular r:id="rId12"/>
      <p:bold r:id="rId13"/>
      <p:italic r:id="rId14"/>
      <p:boldItalic r:id="rId15"/>
    </p:embeddedFont>
    <p:embeddedFont>
      <p:font typeface="Robot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BBA03-261A-7456-E5FB-03ED7FF0C284}" v="51" dt="2025-11-18T15:08:43.210"/>
    <p1510:client id="{B44F5D64-5808-29B1-CA2B-1F49DC875BFB}" v="17" dt="2025-11-18T15:20:32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Odeh" userId="b3628b6cce810218" providerId="Windows Live" clId="Web-{B44F5D64-5808-29B1-CA2B-1F49DC875BFB}"/>
    <pc:docChg chg="modSld">
      <pc:chgData name="ALi Odeh" userId="b3628b6cce810218" providerId="Windows Live" clId="Web-{B44F5D64-5808-29B1-CA2B-1F49DC875BFB}" dt="2025-11-18T15:20:32.413" v="15"/>
      <pc:docMkLst>
        <pc:docMk/>
      </pc:docMkLst>
      <pc:sldChg chg="modSp">
        <pc:chgData name="ALi Odeh" userId="b3628b6cce810218" providerId="Windows Live" clId="Web-{B44F5D64-5808-29B1-CA2B-1F49DC875BFB}" dt="2025-11-18T15:19:40.238" v="3" actId="20577"/>
        <pc:sldMkLst>
          <pc:docMk/>
          <pc:sldMk cId="0" sldId="260"/>
        </pc:sldMkLst>
        <pc:spChg chg="mod">
          <ac:chgData name="ALi Odeh" userId="b3628b6cce810218" providerId="Windows Live" clId="Web-{B44F5D64-5808-29B1-CA2B-1F49DC875BFB}" dt="2025-11-18T15:19:40.238" v="3" actId="20577"/>
          <ac:spMkLst>
            <pc:docMk/>
            <pc:sldMk cId="0" sldId="260"/>
            <ac:spMk id="88" creationId="{00000000-0000-0000-0000-000000000000}"/>
          </ac:spMkLst>
        </pc:spChg>
      </pc:sldChg>
      <pc:sldChg chg="addSp delSp modSp">
        <pc:chgData name="ALi Odeh" userId="b3628b6cce810218" providerId="Windows Live" clId="Web-{B44F5D64-5808-29B1-CA2B-1F49DC875BFB}" dt="2025-11-18T15:20:32.413" v="15"/>
        <pc:sldMkLst>
          <pc:docMk/>
          <pc:sldMk cId="0" sldId="264"/>
        </pc:sldMkLst>
        <pc:spChg chg="add del">
          <ac:chgData name="ALi Odeh" userId="b3628b6cce810218" providerId="Windows Live" clId="Web-{B44F5D64-5808-29B1-CA2B-1F49DC875BFB}" dt="2025-11-18T15:20:32.413" v="15"/>
          <ac:spMkLst>
            <pc:docMk/>
            <pc:sldMk cId="0" sldId="264"/>
            <ac:spMk id="3" creationId="{4F7702F3-83A1-B1B6-AE97-EC2E8A291307}"/>
          </ac:spMkLst>
        </pc:spChg>
        <pc:spChg chg="add mod">
          <ac:chgData name="ALi Odeh" userId="b3628b6cce810218" providerId="Windows Live" clId="Web-{B44F5D64-5808-29B1-CA2B-1F49DC875BFB}" dt="2025-11-18T15:20:29.569" v="14" actId="14100"/>
          <ac:spMkLst>
            <pc:docMk/>
            <pc:sldMk cId="0" sldId="264"/>
            <ac:spMk id="4" creationId="{910C956B-3CFC-DFF9-576D-A8C135BDDE31}"/>
          </ac:spMkLst>
        </pc:spChg>
        <pc:spChg chg="del">
          <ac:chgData name="ALi Odeh" userId="b3628b6cce810218" providerId="Windows Live" clId="Web-{B44F5D64-5808-29B1-CA2B-1F49DC875BFB}" dt="2025-11-18T15:20:00.802" v="7"/>
          <ac:spMkLst>
            <pc:docMk/>
            <pc:sldMk cId="0" sldId="264"/>
            <ac:spMk id="9" creationId="{4F7702F3-83A1-B1B6-AE97-EC2E8A291307}"/>
          </ac:spMkLst>
        </pc:spChg>
        <pc:picChg chg="add mod">
          <ac:chgData name="ALi Odeh" userId="b3628b6cce810218" providerId="Windows Live" clId="Web-{B44F5D64-5808-29B1-CA2B-1F49DC875BFB}" dt="2025-11-18T15:20:24.116" v="13" actId="14100"/>
          <ac:picMkLst>
            <pc:docMk/>
            <pc:sldMk cId="0" sldId="264"/>
            <ac:picMk id="2" creationId="{5F4657BD-24AC-958C-5966-B70DD1AD7AD9}"/>
          </ac:picMkLst>
        </pc:picChg>
        <pc:picChg chg="del">
          <ac:chgData name="ALi Odeh" userId="b3628b6cce810218" providerId="Windows Live" clId="Web-{B44F5D64-5808-29B1-CA2B-1F49DC875BFB}" dt="2025-11-18T15:19:50.676" v="4"/>
          <ac:picMkLst>
            <pc:docMk/>
            <pc:sldMk cId="0" sldId="264"/>
            <ac:picMk id="7" creationId="{78EAF447-5B03-FFA4-3C09-BE15E78926B7}"/>
          </ac:picMkLst>
        </pc:picChg>
      </pc:sldChg>
    </pc:docChg>
  </pc:docChgLst>
  <pc:docChgLst>
    <pc:chgData name="ALi Odeh" userId="b3628b6cce810218" providerId="Windows Live" clId="Web-{A6D7AD80-6040-A470-A5E1-BA88D237E29F}"/>
    <pc:docChg chg="modSld sldOrd">
      <pc:chgData name="ALi Odeh" userId="b3628b6cce810218" providerId="Windows Live" clId="Web-{A6D7AD80-6040-A470-A5E1-BA88D237E29F}" dt="2025-10-28T12:07:35.971" v="6" actId="1076"/>
      <pc:docMkLst>
        <pc:docMk/>
      </pc:docMkLst>
      <pc:sldChg chg="modSp">
        <pc:chgData name="ALi Odeh" userId="b3628b6cce810218" providerId="Windows Live" clId="Web-{A6D7AD80-6040-A470-A5E1-BA88D237E29F}" dt="2025-10-28T12:07:35.971" v="6" actId="1076"/>
        <pc:sldMkLst>
          <pc:docMk/>
          <pc:sldMk cId="0" sldId="256"/>
        </pc:sldMkLst>
        <pc:spChg chg="mod">
          <ac:chgData name="ALi Odeh" userId="b3628b6cce810218" providerId="Windows Live" clId="Web-{A6D7AD80-6040-A470-A5E1-BA88D237E29F}" dt="2025-10-28T12:07:35.971" v="6" actId="1076"/>
          <ac:spMkLst>
            <pc:docMk/>
            <pc:sldMk cId="0" sldId="256"/>
            <ac:spMk id="63" creationId="{00000000-0000-0000-0000-000000000000}"/>
          </ac:spMkLst>
        </pc:spChg>
      </pc:sldChg>
      <pc:sldChg chg="ord">
        <pc:chgData name="ALi Odeh" userId="b3628b6cce810218" providerId="Windows Live" clId="Web-{A6D7AD80-6040-A470-A5E1-BA88D237E29F}" dt="2025-10-28T11:43:11.768" v="5"/>
        <pc:sldMkLst>
          <pc:docMk/>
          <pc:sldMk cId="0" sldId="264"/>
        </pc:sldMkLst>
      </pc:sldChg>
    </pc:docChg>
  </pc:docChgLst>
  <pc:docChgLst>
    <pc:chgData name="ALi Odeh" userId="b3628b6cce810218" providerId="Windows Live" clId="Web-{441A5949-5E3D-354E-421A-D32E8333C68F}"/>
    <pc:docChg chg="addSld delSld modSld">
      <pc:chgData name="ALi Odeh" userId="b3628b6cce810218" providerId="Windows Live" clId="Web-{441A5949-5E3D-354E-421A-D32E8333C68F}" dt="2025-10-28T21:37:36.932" v="15"/>
      <pc:docMkLst>
        <pc:docMk/>
      </pc:docMkLst>
      <pc:sldChg chg="addSp delSp modSp add replId">
        <pc:chgData name="ALi Odeh" userId="b3628b6cce810218" providerId="Windows Live" clId="Web-{441A5949-5E3D-354E-421A-D32E8333C68F}" dt="2025-10-28T21:35:49.867" v="14" actId="1076"/>
        <pc:sldMkLst>
          <pc:docMk/>
          <pc:sldMk cId="1686132767" sldId="265"/>
        </pc:sldMkLst>
      </pc:sldChg>
    </pc:docChg>
  </pc:docChgLst>
  <pc:docChgLst>
    <pc:chgData name="ALi Odeh" userId="b3628b6cce810218" providerId="Windows Live" clId="Web-{A2C1D0F7-E8B1-21DC-F27E-BF49C5E66131}"/>
    <pc:docChg chg="modSld">
      <pc:chgData name="ALi Odeh" userId="b3628b6cce810218" providerId="Windows Live" clId="Web-{A2C1D0F7-E8B1-21DC-F27E-BF49C5E66131}" dt="2025-10-29T10:23:06.592" v="17" actId="1076"/>
      <pc:docMkLst>
        <pc:docMk/>
      </pc:docMkLst>
      <pc:sldChg chg="modSp">
        <pc:chgData name="ALi Odeh" userId="b3628b6cce810218" providerId="Windows Live" clId="Web-{A2C1D0F7-E8B1-21DC-F27E-BF49C5E66131}" dt="2025-10-29T10:23:06.592" v="17" actId="1076"/>
        <pc:sldMkLst>
          <pc:docMk/>
          <pc:sldMk cId="0" sldId="256"/>
        </pc:sldMkLst>
        <pc:spChg chg="mod">
          <ac:chgData name="ALi Odeh" userId="b3628b6cce810218" providerId="Windows Live" clId="Web-{A2C1D0F7-E8B1-21DC-F27E-BF49C5E66131}" dt="2025-10-29T10:23:06.592" v="17" actId="1076"/>
          <ac:spMkLst>
            <pc:docMk/>
            <pc:sldMk cId="0" sldId="256"/>
            <ac:spMk id="63" creationId="{00000000-0000-0000-0000-000000000000}"/>
          </ac:spMkLst>
        </pc:spChg>
      </pc:sldChg>
      <pc:sldChg chg="addSp delSp modSp">
        <pc:chgData name="ALi Odeh" userId="b3628b6cce810218" providerId="Windows Live" clId="Web-{A2C1D0F7-E8B1-21DC-F27E-BF49C5E66131}" dt="2025-10-29T10:22:56.420" v="16" actId="1076"/>
        <pc:sldMkLst>
          <pc:docMk/>
          <pc:sldMk cId="1686132767" sldId="265"/>
        </pc:sldMkLst>
      </pc:sldChg>
    </pc:docChg>
  </pc:docChgLst>
  <pc:docChgLst>
    <pc:chgData name="ALi Odeh" userId="b3628b6cce810218" providerId="Windows Live" clId="Web-{28BDE3A1-9C56-4DFE-222F-6AAEFC759EB0}"/>
    <pc:docChg chg="modSld">
      <pc:chgData name="ALi Odeh" userId="b3628b6cce810218" providerId="Windows Live" clId="Web-{28BDE3A1-9C56-4DFE-222F-6AAEFC759EB0}" dt="2025-10-28T13:11:33.306" v="58" actId="1076"/>
      <pc:docMkLst>
        <pc:docMk/>
      </pc:docMkLst>
      <pc:sldChg chg="addSp delSp modSp">
        <pc:chgData name="ALi Odeh" userId="b3628b6cce810218" providerId="Windows Live" clId="Web-{28BDE3A1-9C56-4DFE-222F-6AAEFC759EB0}" dt="2025-10-28T13:11:33.306" v="58" actId="1076"/>
        <pc:sldMkLst>
          <pc:docMk/>
          <pc:sldMk cId="0" sldId="264"/>
        </pc:sldMkLst>
        <pc:spChg chg="add mod">
          <ac:chgData name="ALi Odeh" userId="b3628b6cce810218" providerId="Windows Live" clId="Web-{28BDE3A1-9C56-4DFE-222F-6AAEFC759EB0}" dt="2025-10-28T13:10:39.680" v="53" actId="14100"/>
          <ac:spMkLst>
            <pc:docMk/>
            <pc:sldMk cId="0" sldId="264"/>
            <ac:spMk id="9" creationId="{4F7702F3-83A1-B1B6-AE97-EC2E8A291307}"/>
          </ac:spMkLst>
        </pc:spChg>
        <pc:spChg chg="add mod">
          <ac:chgData name="ALi Odeh" userId="b3628b6cce810218" providerId="Windows Live" clId="Web-{28BDE3A1-9C56-4DFE-222F-6AAEFC759EB0}" dt="2025-10-28T13:10:49.914" v="56" actId="14100"/>
          <ac:spMkLst>
            <pc:docMk/>
            <pc:sldMk cId="0" sldId="264"/>
            <ac:spMk id="10" creationId="{EF2C2EC9-7E0E-1642-865B-D383B8EA1BFC}"/>
          </ac:spMkLst>
        </pc:spChg>
        <pc:spChg chg="mod">
          <ac:chgData name="ALi Odeh" userId="b3628b6cce810218" providerId="Windows Live" clId="Web-{28BDE3A1-9C56-4DFE-222F-6AAEFC759EB0}" dt="2025-10-28T13:08:07.704" v="21" actId="1076"/>
          <ac:spMkLst>
            <pc:docMk/>
            <pc:sldMk cId="0" sldId="264"/>
            <ac:spMk id="112" creationId="{00000000-0000-0000-0000-000000000000}"/>
          </ac:spMkLst>
        </pc:spChg>
        <pc:picChg chg="add mod">
          <ac:chgData name="ALi Odeh" userId="b3628b6cce810218" providerId="Windows Live" clId="Web-{28BDE3A1-9C56-4DFE-222F-6AAEFC759EB0}" dt="2025-10-28T13:11:33.306" v="58" actId="1076"/>
          <ac:picMkLst>
            <pc:docMk/>
            <pc:sldMk cId="0" sldId="264"/>
            <ac:picMk id="7" creationId="{78EAF447-5B03-FFA4-3C09-BE15E78926B7}"/>
          </ac:picMkLst>
        </pc:picChg>
        <pc:picChg chg="add mod">
          <ac:chgData name="ALi Odeh" userId="b3628b6cce810218" providerId="Windows Live" clId="Web-{28BDE3A1-9C56-4DFE-222F-6AAEFC759EB0}" dt="2025-10-28T13:10:26.492" v="49" actId="1076"/>
          <ac:picMkLst>
            <pc:docMk/>
            <pc:sldMk cId="0" sldId="264"/>
            <ac:picMk id="8" creationId="{F6AEE026-F29A-FE10-B439-E05E4AF3E7F8}"/>
          </ac:picMkLst>
        </pc:picChg>
      </pc:sldChg>
    </pc:docChg>
  </pc:docChgLst>
  <pc:docChgLst>
    <pc:chgData name="ALi Odeh" userId="b3628b6cce810218" providerId="Windows Live" clId="Web-{54407B70-CA29-D1B9-FFEF-EE71956E6EEC}"/>
    <pc:docChg chg="modSld">
      <pc:chgData name="ALi Odeh" userId="b3628b6cce810218" providerId="Windows Live" clId="Web-{54407B70-CA29-D1B9-FFEF-EE71956E6EEC}" dt="2025-10-28T14:08:49.502" v="6" actId="20577"/>
      <pc:docMkLst>
        <pc:docMk/>
      </pc:docMkLst>
      <pc:sldChg chg="modSp">
        <pc:chgData name="ALi Odeh" userId="b3628b6cce810218" providerId="Windows Live" clId="Web-{54407B70-CA29-D1B9-FFEF-EE71956E6EEC}" dt="2025-10-28T14:08:49.502" v="6" actId="20577"/>
        <pc:sldMkLst>
          <pc:docMk/>
          <pc:sldMk cId="0" sldId="256"/>
        </pc:sldMkLst>
        <pc:spChg chg="mod">
          <ac:chgData name="ALi Odeh" userId="b3628b6cce810218" providerId="Windows Live" clId="Web-{54407B70-CA29-D1B9-FFEF-EE71956E6EEC}" dt="2025-10-28T14:08:49.502" v="6" actId="20577"/>
          <ac:spMkLst>
            <pc:docMk/>
            <pc:sldMk cId="0" sldId="256"/>
            <ac:spMk id="63" creationId="{00000000-0000-0000-0000-000000000000}"/>
          </ac:spMkLst>
        </pc:spChg>
      </pc:sldChg>
    </pc:docChg>
  </pc:docChgLst>
  <pc:docChgLst>
    <pc:chgData name="ALi Odeh" userId="b3628b6cce810218" providerId="Windows Live" clId="Web-{97087EFC-7C61-6D39-C887-2945CBAE8C8A}"/>
    <pc:docChg chg="delSld modSld">
      <pc:chgData name="ALi Odeh" userId="b3628b6cce810218" providerId="Windows Live" clId="Web-{97087EFC-7C61-6D39-C887-2945CBAE8C8A}" dt="2025-10-28T00:35:55.988" v="42" actId="1076"/>
      <pc:docMkLst>
        <pc:docMk/>
      </pc:docMkLst>
      <pc:sldChg chg="del">
        <pc:chgData name="ALi Odeh" userId="b3628b6cce810218" providerId="Windows Live" clId="Web-{97087EFC-7C61-6D39-C887-2945CBAE8C8A}" dt="2025-10-28T00:35:21.205" v="29"/>
        <pc:sldMkLst>
          <pc:docMk/>
          <pc:sldMk cId="1686132767" sldId="265"/>
        </pc:sldMkLst>
      </pc:sldChg>
    </pc:docChg>
  </pc:docChgLst>
  <pc:docChgLst>
    <pc:chgData name="ALi Odeh" userId="b3628b6cce810218" providerId="Windows Live" clId="Web-{E2F7BCD4-BB9F-2F19-86A3-5407675633BD}"/>
    <pc:docChg chg="modSld sldOrd">
      <pc:chgData name="ALi Odeh" userId="b3628b6cce810218" providerId="Windows Live" clId="Web-{E2F7BCD4-BB9F-2F19-86A3-5407675633BD}" dt="2025-10-28T00:27:33.575" v="207" actId="1076"/>
      <pc:docMkLst>
        <pc:docMk/>
      </pc:docMkLst>
      <pc:sldChg chg="modSp">
        <pc:chgData name="ALi Odeh" userId="b3628b6cce810218" providerId="Windows Live" clId="Web-{E2F7BCD4-BB9F-2F19-86A3-5407675633BD}" dt="2025-10-28T00:12:00.084" v="20" actId="20577"/>
        <pc:sldMkLst>
          <pc:docMk/>
          <pc:sldMk cId="0" sldId="256"/>
        </pc:sldMkLst>
        <pc:spChg chg="mod">
          <ac:chgData name="ALi Odeh" userId="b3628b6cce810218" providerId="Windows Live" clId="Web-{E2F7BCD4-BB9F-2F19-86A3-5407675633BD}" dt="2025-10-28T00:12:00.084" v="20" actId="20577"/>
          <ac:spMkLst>
            <pc:docMk/>
            <pc:sldMk cId="0" sldId="256"/>
            <ac:spMk id="63" creationId="{00000000-0000-0000-0000-000000000000}"/>
          </ac:spMkLst>
        </pc:spChg>
      </pc:sldChg>
      <pc:sldChg chg="modSp">
        <pc:chgData name="ALi Odeh" userId="b3628b6cce810218" providerId="Windows Live" clId="Web-{E2F7BCD4-BB9F-2F19-86A3-5407675633BD}" dt="2025-10-28T00:10:46.036" v="15" actId="20577"/>
        <pc:sldMkLst>
          <pc:docMk/>
          <pc:sldMk cId="0" sldId="259"/>
        </pc:sldMkLst>
        <pc:spChg chg="mod">
          <ac:chgData name="ALi Odeh" userId="b3628b6cce810218" providerId="Windows Live" clId="Web-{E2F7BCD4-BB9F-2F19-86A3-5407675633BD}" dt="2025-10-28T00:10:46.036" v="15" actId="20577"/>
          <ac:spMkLst>
            <pc:docMk/>
            <pc:sldMk cId="0" sldId="259"/>
            <ac:spMk id="82" creationId="{00000000-0000-0000-0000-000000000000}"/>
          </ac:spMkLst>
        </pc:spChg>
      </pc:sldChg>
      <pc:sldChg chg="modSp">
        <pc:chgData name="ALi Odeh" userId="b3628b6cce810218" providerId="Windows Live" clId="Web-{E2F7BCD4-BB9F-2F19-86A3-5407675633BD}" dt="2025-10-28T00:16:31.152" v="118" actId="20577"/>
        <pc:sldMkLst>
          <pc:docMk/>
          <pc:sldMk cId="0" sldId="261"/>
        </pc:sldMkLst>
        <pc:spChg chg="mod">
          <ac:chgData name="ALi Odeh" userId="b3628b6cce810218" providerId="Windows Live" clId="Web-{E2F7BCD4-BB9F-2F19-86A3-5407675633BD}" dt="2025-10-28T00:16:31.152" v="118" actId="20577"/>
          <ac:spMkLst>
            <pc:docMk/>
            <pc:sldMk cId="0" sldId="261"/>
            <ac:spMk id="94" creationId="{00000000-0000-0000-0000-000000000000}"/>
          </ac:spMkLst>
        </pc:spChg>
      </pc:sldChg>
      <pc:sldChg chg="addSp modSp">
        <pc:chgData name="ALi Odeh" userId="b3628b6cce810218" providerId="Windows Live" clId="Web-{E2F7BCD4-BB9F-2F19-86A3-5407675633BD}" dt="2025-10-28T00:10:01.051" v="12" actId="14100"/>
        <pc:sldMkLst>
          <pc:docMk/>
          <pc:sldMk cId="0" sldId="264"/>
        </pc:sldMkLst>
      </pc:sldChg>
      <pc:sldChg chg="modSp ord">
        <pc:chgData name="ALi Odeh" userId="b3628b6cce810218" providerId="Windows Live" clId="Web-{E2F7BCD4-BB9F-2F19-86A3-5407675633BD}" dt="2025-10-28T00:23:15.446" v="151" actId="20577"/>
        <pc:sldMkLst>
          <pc:docMk/>
          <pc:sldMk cId="1686132767" sldId="265"/>
        </pc:sldMkLst>
      </pc:sldChg>
    </pc:docChg>
  </pc:docChgLst>
  <pc:docChgLst>
    <pc:chgData name="ALi Odeh" userId="b3628b6cce810218" providerId="Windows Live" clId="Web-{347BBA03-261A-7456-E5FB-03ED7FF0C284}"/>
    <pc:docChg chg="modSld">
      <pc:chgData name="ALi Odeh" userId="b3628b6cce810218" providerId="Windows Live" clId="Web-{347BBA03-261A-7456-E5FB-03ED7FF0C284}" dt="2025-11-18T15:08:40.398" v="47" actId="20577"/>
      <pc:docMkLst>
        <pc:docMk/>
      </pc:docMkLst>
      <pc:sldChg chg="modSp">
        <pc:chgData name="ALi Odeh" userId="b3628b6cce810218" providerId="Windows Live" clId="Web-{347BBA03-261A-7456-E5FB-03ED7FF0C284}" dt="2025-11-18T15:05:58.177" v="44" actId="20577"/>
        <pc:sldMkLst>
          <pc:docMk/>
          <pc:sldMk cId="0" sldId="259"/>
        </pc:sldMkLst>
        <pc:spChg chg="mod">
          <ac:chgData name="ALi Odeh" userId="b3628b6cce810218" providerId="Windows Live" clId="Web-{347BBA03-261A-7456-E5FB-03ED7FF0C284}" dt="2025-11-18T15:05:58.177" v="44" actId="20577"/>
          <ac:spMkLst>
            <pc:docMk/>
            <pc:sldMk cId="0" sldId="259"/>
            <ac:spMk id="82" creationId="{00000000-0000-0000-0000-000000000000}"/>
          </ac:spMkLst>
        </pc:spChg>
      </pc:sldChg>
      <pc:sldChg chg="modSp">
        <pc:chgData name="ALi Odeh" userId="b3628b6cce810218" providerId="Windows Live" clId="Web-{347BBA03-261A-7456-E5FB-03ED7FF0C284}" dt="2025-11-18T15:08:40.398" v="47" actId="20577"/>
        <pc:sldMkLst>
          <pc:docMk/>
          <pc:sldMk cId="0" sldId="260"/>
        </pc:sldMkLst>
        <pc:spChg chg="mod">
          <ac:chgData name="ALi Odeh" userId="b3628b6cce810218" providerId="Windows Live" clId="Web-{347BBA03-261A-7456-E5FB-03ED7FF0C284}" dt="2025-11-18T15:08:40.398" v="47" actId="20577"/>
          <ac:spMkLst>
            <pc:docMk/>
            <pc:sldMk cId="0" sldId="260"/>
            <ac:spMk id="88" creationId="{00000000-0000-0000-0000-000000000000}"/>
          </ac:spMkLst>
        </pc:spChg>
      </pc:sldChg>
      <pc:sldChg chg="addSp delSp modSp">
        <pc:chgData name="ALi Odeh" userId="b3628b6cce810218" providerId="Windows Live" clId="Web-{347BBA03-261A-7456-E5FB-03ED7FF0C284}" dt="2025-11-18T15:00:47.483" v="8" actId="1076"/>
        <pc:sldMkLst>
          <pc:docMk/>
          <pc:sldMk cId="1686132767" sldId="265"/>
        </pc:sldMkLst>
        <pc:picChg chg="del">
          <ac:chgData name="ALi Odeh" userId="b3628b6cce810218" providerId="Windows Live" clId="Web-{347BBA03-261A-7456-E5FB-03ED7FF0C284}" dt="2025-11-18T14:55:18.232" v="0"/>
          <ac:picMkLst>
            <pc:docMk/>
            <pc:sldMk cId="1686132767" sldId="265"/>
            <ac:picMk id="2" creationId="{876FCD36-43D1-F4AE-D86A-C8CD39B36759}"/>
          </ac:picMkLst>
        </pc:picChg>
        <pc:picChg chg="add del mod">
          <ac:chgData name="ALi Odeh" userId="b3628b6cce810218" providerId="Windows Live" clId="Web-{347BBA03-261A-7456-E5FB-03ED7FF0C284}" dt="2025-11-18T15:00:41.514" v="3"/>
          <ac:picMkLst>
            <pc:docMk/>
            <pc:sldMk cId="1686132767" sldId="265"/>
            <ac:picMk id="3" creationId="{696F2632-F300-AAA5-A3E1-FD3B7B7A4F07}"/>
          </ac:picMkLst>
        </pc:picChg>
        <pc:picChg chg="add mod">
          <ac:chgData name="ALi Odeh" userId="b3628b6cce810218" providerId="Windows Live" clId="Web-{347BBA03-261A-7456-E5FB-03ED7FF0C284}" dt="2025-11-18T15:00:47.483" v="8" actId="1076"/>
          <ac:picMkLst>
            <pc:docMk/>
            <pc:sldMk cId="1686132767" sldId="265"/>
            <ac:picMk id="4" creationId="{D14705FA-E217-DC99-4EBD-E3AE3BA911D9}"/>
          </ac:picMkLst>
        </pc:picChg>
        <pc:picChg chg="add del mod">
          <ac:chgData name="ALi Odeh" userId="b3628b6cce810218" providerId="Windows Live" clId="Web-{347BBA03-261A-7456-E5FB-03ED7FF0C284}" dt="2025-11-18T15:00:45.186" v="7"/>
          <ac:picMkLst>
            <pc:docMk/>
            <pc:sldMk cId="1686132767" sldId="265"/>
            <ac:picMk id="5" creationId="{4EA2C319-9063-67F7-14B3-1F6006DB74C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d877cbb2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d877cbb2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d877cbb2b_1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d877cbb2b_1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877cbb2b_1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877cbb2b_1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d877cbb2b_1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d877cbb2b_1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d877cbb2b_1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d877cbb2b_1_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d877cbb2b_1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d877cbb2b_1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4240584-98CE-1606-6A82-6E7207662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d877cbb2b_1_534:notes">
            <a:extLst>
              <a:ext uri="{FF2B5EF4-FFF2-40B4-BE49-F238E27FC236}">
                <a16:creationId xmlns:a16="http://schemas.microsoft.com/office/drawing/2014/main" id="{C8344E9A-1D85-E271-BDA9-52C3FD1EE9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d877cbb2b_1_534:notes">
            <a:extLst>
              <a:ext uri="{FF2B5EF4-FFF2-40B4-BE49-F238E27FC236}">
                <a16:creationId xmlns:a16="http://schemas.microsoft.com/office/drawing/2014/main" id="{5067DD32-B5C2-6E76-B20D-C40C39425B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581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d877cbb2b_1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d877cbb2b_1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500051" y="51704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>
              <a:buSzPts val="1100"/>
              <a:buFont typeface="Arial"/>
            </a:pPr>
            <a:r>
              <a:rPr lang="en-GB" sz="2800">
                <a:latin typeface="Comic Sans MS"/>
              </a:rPr>
              <a:t>  </a:t>
            </a:r>
            <a:r>
              <a:rPr lang="en-GB" sz="2800">
                <a:solidFill>
                  <a:srgbClr val="E8E8E8"/>
                </a:solidFill>
                <a:latin typeface="Comic Sans MS"/>
              </a:rPr>
              <a:t>PALESTINE</a:t>
            </a:r>
            <a:r>
              <a:rPr lang="en-GB" sz="2800">
                <a:latin typeface="Comic Sans MS"/>
              </a:rPr>
              <a:t> ELECTRICITY INVOICE </a:t>
            </a:r>
            <a:br>
              <a:rPr lang="en-GB" sz="2800">
                <a:latin typeface="Comic Sans MS"/>
              </a:rPr>
            </a:br>
            <a:r>
              <a:rPr lang="en-GB" sz="2800">
                <a:latin typeface="Comic Sans MS"/>
              </a:rPr>
              <a:t>MANAGEMENT SYSTEM</a:t>
            </a:r>
            <a:endParaRPr lang="en-US" sz="2800">
              <a:latin typeface="Comic Sans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311700" y="2928350"/>
            <a:ext cx="8520600" cy="16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5815">
                <a:latin typeface="Comic Sans MS"/>
                <a:ea typeface="Comic Sans MS"/>
                <a:cs typeface="Comic Sans MS"/>
                <a:sym typeface="Comic Sans MS"/>
              </a:rPr>
              <a:t>👨‍💻 Developed by: Ali Odeh</a:t>
            </a:r>
            <a:br>
              <a:rPr lang="en-GB" sz="5815">
                <a:latin typeface="Comic Sans MS"/>
                <a:ea typeface="Comic Sans MS"/>
                <a:cs typeface="Comic Sans MS"/>
                <a:sym typeface="Comic Sans MS"/>
              </a:rPr>
            </a:br>
            <a:endParaRPr sz="5815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815">
                <a:latin typeface="Comic Sans MS"/>
                <a:ea typeface="Comic Sans MS"/>
                <a:cs typeface="Comic Sans MS"/>
                <a:sym typeface="Comic Sans MS"/>
              </a:rPr>
              <a:t>🏢 Company: Harri</a:t>
            </a:r>
            <a:endParaRPr sz="5815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5815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GB" sz="5815">
                <a:latin typeface="Comic Sans MS"/>
                <a:ea typeface="Comic Sans MS"/>
                <a:cs typeface="Comic Sans MS"/>
                <a:sym typeface="Comic Sans MS"/>
              </a:rPr>
              <a:t>📅 Date: 29/10/2025</a:t>
            </a:r>
            <a:endParaRPr sz="5815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ic Sans MS"/>
                <a:ea typeface="Comic Sans MS"/>
                <a:cs typeface="Comic Sans MS"/>
                <a:sym typeface="Comic Sans MS"/>
              </a:rPr>
              <a:t>Project Overview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The Electricity Invoice Management System is an enterprise-level web application designed to streamline and automate electricity invoice management for multiple providers and customers.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The system simplifies the process of: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Creating and managing invoices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Handling dynamic electricity pricing per provider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Tracking the history of every change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Providing real-time visibility and control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It aims to increase accuracy, reduce errors, and give each role the exact tools they need.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ic Sans MS"/>
                <a:ea typeface="Comic Sans MS"/>
                <a:cs typeface="Comic Sans MS"/>
                <a:sym typeface="Comic Sans MS"/>
              </a:rPr>
              <a:t>Main Objectives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Comic Sans MS"/>
              <a:buChar char="❖"/>
            </a:pPr>
            <a: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  <a:t>Centralized Management – Unified platform for all electricity invoices across multiple providers</a:t>
            </a:r>
            <a:b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</a:br>
            <a:endParaRPr sz="13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ic Sans MS"/>
              <a:buChar char="❖"/>
            </a:pPr>
            <a: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  <a:t>Role-Based Security – Strict access control ensuring data protection and compliance</a:t>
            </a:r>
            <a:b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</a:br>
            <a:endParaRPr sz="13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ic Sans MS"/>
              <a:buChar char="❖"/>
            </a:pPr>
            <a: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  <a:t>Automated Tracking – Complete invoice lifecycle management from creation to payment</a:t>
            </a:r>
            <a:b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</a:br>
            <a:endParaRPr sz="13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ic Sans MS"/>
              <a:buChar char="❖"/>
            </a:pPr>
            <a: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  <a:t>Pricing Transparency – Comprehensive historical tracking of all rate changes</a:t>
            </a:r>
            <a:b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</a:br>
            <a:endParaRPr sz="13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ic Sans MS"/>
              <a:buChar char="❖"/>
            </a:pPr>
            <a: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  <a:t>Advanced Auditing – AI-powered analytics with natural language queries</a:t>
            </a:r>
            <a:b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</a:br>
            <a:endParaRPr sz="13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ic Sans MS"/>
              <a:buChar char="❖"/>
            </a:pPr>
            <a:r>
              <a:rPr lang="en-GB" sz="1300">
                <a:latin typeface="Comic Sans MS"/>
                <a:ea typeface="Comic Sans MS"/>
                <a:cs typeface="Comic Sans MS"/>
                <a:sym typeface="Comic Sans MS"/>
              </a:rPr>
              <a:t>Multi-Provider Support – Scalable architecture with complete data isolation</a:t>
            </a:r>
            <a:endParaRPr sz="13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387350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ic Sans MS"/>
                <a:ea typeface="Comic Sans MS"/>
                <a:cs typeface="Comic Sans MS"/>
                <a:sym typeface="Comic Sans MS"/>
              </a:rPr>
              <a:t>User Roles &amp; Permissions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964522"/>
            <a:ext cx="8368200" cy="35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Normal User (Customer)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Can log in securely using their credentials.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Can view and track only their own invoices.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Cannot create, edit, or delete any invoice data.</a:t>
            </a:r>
            <a:b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</a:br>
            <a:endParaRPr lang="en-GB" sz="1200">
              <a:latin typeface="Comic Sans MS"/>
              <a:ea typeface="Comic Sans MS"/>
              <a:cs typeface="Comic Sans MS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Invoice Creator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Create invoices for customers within their assigned provider.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Edit only the invoices they personally created.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Responsible for ensuring accuracy in invoice details.</a:t>
            </a:r>
            <a:b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</a:br>
            <a:endParaRPr lang="en-GB" sz="1200">
              <a:latin typeface="Comic Sans MS"/>
              <a:ea typeface="Comic Sans MS"/>
              <a:cs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Super Invoice Creator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Has all the permissions of an Invoice Creator.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Edit and manage any invoice created under the same provider.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Acts as a supervisor for invoice operations within their provider.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ic Sans MS"/>
                <a:ea typeface="Comic Sans MS"/>
                <a:cs typeface="Comic Sans MS"/>
                <a:sym typeface="Comic Sans MS"/>
              </a:rPr>
              <a:t>User Roles &amp; Permissions - cont.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8368200" cy="3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Auditor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Has read-only access to all invoices within their assigned provider.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View the full change history of any invoice.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Ask natural language questions about invoices and data through the AI-powered query system.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Ensures compliance and transparency in billing operations.</a:t>
            </a:r>
            <a:br>
              <a:rPr lang="en-GB" sz="1200">
                <a:latin typeface="Comic Sans MS"/>
                <a:ea typeface="Comic Sans MS"/>
                <a:cs typeface="Comic Sans MS"/>
              </a:rPr>
            </a:b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Administrator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Full system control and configuration access.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register new customers and manage user accounts.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add new electricity providers.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change/update the kWh price for any provider.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●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Oversees and maintains the entire platform.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>
              <a:lnSpc>
                <a:spcPct val="114999"/>
              </a:lnSpc>
              <a:buSzPts val="1200"/>
              <a:buFont typeface="Comic Sans MS"/>
              <a:buChar char="●"/>
            </a:pPr>
            <a:r>
              <a:rPr lang="en-GB" sz="1200">
                <a:solidFill>
                  <a:srgbClr val="92D050"/>
                </a:solidFill>
                <a:latin typeface="Comic Sans MS"/>
              </a:rPr>
              <a:t> Can assign one or multiple roles to any user and fully manage all roles across the system.</a:t>
            </a:r>
            <a:endParaRPr lang="en-GB" sz="1200">
              <a:solidFill>
                <a:srgbClr val="92D050"/>
              </a:solidFill>
              <a:latin typeface="Comic Sans MS"/>
              <a:ea typeface="Comic Sans MS"/>
              <a:cs typeface="Comic Sans MS"/>
            </a:endParaRPr>
          </a:p>
          <a:p>
            <a:pPr marL="0" lvl="0" indent="0" algn="l" rtl="0">
              <a:spcBef>
                <a:spcPts val="1200"/>
              </a:spcBef>
              <a:buNone/>
            </a:pPr>
            <a:endParaRPr sz="1200">
              <a:latin typeface="Comic Sans MS"/>
              <a:ea typeface="Comic Sans MS"/>
              <a:cs typeface="Comic Sans MS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sz="1200"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ic Sans MS"/>
                <a:ea typeface="Comic Sans MS"/>
                <a:cs typeface="Comic Sans MS"/>
                <a:sym typeface="Comic Sans MS"/>
              </a:rPr>
              <a:t>Technology Stack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❖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Frontend: Html, </a:t>
            </a:r>
            <a:r>
              <a:rPr lang="en-GB" sz="1200" err="1">
                <a:latin typeface="Comic Sans MS"/>
                <a:ea typeface="Comic Sans MS"/>
                <a:cs typeface="Comic Sans MS"/>
                <a:sym typeface="Comic Sans MS"/>
              </a:rPr>
              <a:t>Css</a:t>
            </a: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, Js</a:t>
            </a:r>
            <a:endParaRPr sz="1200" err="1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❖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Backend: Spring Boot 3 + Java 21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❖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Database Layer: MySQL 8 with Spring Data JPA/Hibernate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❖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Security: JWT Authentication + Spring Security 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❖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AI Integration: Google Gemini API (Text-to-SQL) 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❖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Documentation: Swagger / OpenAPI 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❖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Build Tool: Maven</a:t>
            </a:r>
            <a:br>
              <a:rPr lang="en-GB" sz="1200">
                <a:latin typeface="Comic Sans MS"/>
                <a:ea typeface="Comic Sans MS"/>
                <a:cs typeface="Comic Sans MS"/>
              </a:rPr>
            </a:b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 Architecture: 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Comic Sans MS"/>
              <a:buChar char="❖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Layered design: Controller → Service → Repository → Entity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mic Sans MS"/>
              <a:buChar char="❖"/>
            </a:pPr>
            <a:r>
              <a:rPr lang="en-GB" sz="1200">
                <a:latin typeface="Comic Sans MS"/>
                <a:ea typeface="Comic Sans MS"/>
                <a:cs typeface="Comic Sans MS"/>
                <a:sym typeface="Comic Sans MS"/>
              </a:rPr>
              <a:t>The system implements RESTful API standards for all operations, ensuring scalability and maintainability.</a:t>
            </a: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ic Sans MS"/>
                <a:ea typeface="Comic Sans MS"/>
                <a:cs typeface="Comic Sans MS"/>
                <a:sym typeface="Comic Sans MS"/>
              </a:rPr>
              <a:t>Core Features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87900" y="1274000"/>
            <a:ext cx="3999900" cy="38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Authentication &amp; Security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JWT-based authentication with expiration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Role-based access control (RBAC)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Password encryption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CORS &amp; token validation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Data isolation between providers  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SQL injection protection and input validation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Invoice Management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Automated calculations: Total = kWh × Price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Payment statuses: Pending, Paid, Overdue, Cancelled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Comprehensive tracking and history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Search by invoice number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Provider Management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Manage multiple electricity providers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Dynamic pricing updates with history tracking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2"/>
          </p:nvPr>
        </p:nvSpPr>
        <p:spPr>
          <a:xfrm>
            <a:off x="4756200" y="1274000"/>
            <a:ext cx="3999900" cy="37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Pricing History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Historical accuracy with valid_from/valid_to dates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Every price change is recorded with:</a:t>
            </a:r>
            <a:b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    - Old value, New value, Who changed it, When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Invoices always reflect the correct historical price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Audit System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Automatic logging of all invoice operations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Complete before/after snapshots in JSON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Track who performed each action and when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Search capabilities by invoice number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AI-Powered Analytics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Natural language query processing with Google Gemini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Only SELECT queries allowed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Convert plain English questions to SQL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Secure, provider-scoped execution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</a:pPr>
            <a:r>
              <a:rPr lang="en-GB" sz="1000">
                <a:latin typeface="Comic Sans MS"/>
                <a:ea typeface="Comic Sans MS"/>
                <a:cs typeface="Comic Sans MS"/>
                <a:sym typeface="Comic Sans MS"/>
              </a:rPr>
              <a:t>Maximum 100-row result limits</a:t>
            </a: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1A2DF0F-9BDA-E6F8-C45A-F8DB8525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>
            <a:extLst>
              <a:ext uri="{FF2B5EF4-FFF2-40B4-BE49-F238E27FC236}">
                <a16:creationId xmlns:a16="http://schemas.microsoft.com/office/drawing/2014/main" id="{27BA7FA4-BC23-1DCA-FCCD-7CD9E7CADB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3455"/>
            <a:ext cx="8369300" cy="68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GB">
                <a:latin typeface="Comic Sans MS"/>
                <a:ea typeface="Comic Sans MS"/>
                <a:cs typeface="Comic Sans MS"/>
                <a:sym typeface="Comic Sans MS"/>
              </a:rPr>
              <a:t> ERD </a:t>
            </a:r>
            <a:r>
              <a:rPr lang="en-GB" sz="2800">
                <a:solidFill>
                  <a:schemeClr val="tx1"/>
                </a:solidFill>
                <a:latin typeface="Arial"/>
                <a:ea typeface="Comic Sans MS"/>
                <a:cs typeface="Arial"/>
                <a:sym typeface="Comic Sans MS"/>
              </a:rPr>
              <a:t>➜</a:t>
            </a:r>
            <a:endParaRPr lang="en-US" sz="2800">
              <a:solidFill>
                <a:schemeClr val="tx1"/>
              </a:solidFill>
              <a:latin typeface="Comic Sans MS"/>
              <a:ea typeface="Comic Sans MS"/>
              <a:cs typeface="Comic Sans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705FA-E217-DC99-4EBD-E3AE3BA9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867" y="0"/>
            <a:ext cx="66711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3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87900" y="4187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ic Sans MS"/>
                <a:ea typeface="Comic Sans MS"/>
                <a:cs typeface="Comic Sans MS"/>
                <a:sym typeface="Comic Sans MS"/>
              </a:rPr>
              <a:t>RESTful API Endpoints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AEE026-F29A-FE10-B439-E05E4AF3E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05" y="1000125"/>
            <a:ext cx="3717644" cy="3714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2C2EC9-7E0E-1642-865B-D383B8EA1BFC}"/>
              </a:ext>
            </a:extLst>
          </p:cNvPr>
          <p:cNvSpPr/>
          <p:nvPr/>
        </p:nvSpPr>
        <p:spPr>
          <a:xfrm>
            <a:off x="4668005" y="1003369"/>
            <a:ext cx="3724795" cy="3715493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4657BD-24AC-958C-5966-B70DD1AD7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88" y="696759"/>
            <a:ext cx="3168860" cy="42353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0C956B-3CFC-DFF9-576D-A8C135BDDE31}"/>
              </a:ext>
            </a:extLst>
          </p:cNvPr>
          <p:cNvSpPr/>
          <p:nvPr/>
        </p:nvSpPr>
        <p:spPr>
          <a:xfrm>
            <a:off x="837091" y="692062"/>
            <a:ext cx="3168608" cy="423691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Marina</vt:lpstr>
      <vt:lpstr>  PALESTINE ELECTRICITY INVOICE  MANAGEMENT SYSTEM </vt:lpstr>
      <vt:lpstr>Project Overview</vt:lpstr>
      <vt:lpstr>Main Objectives</vt:lpstr>
      <vt:lpstr>User Roles &amp; Permissions</vt:lpstr>
      <vt:lpstr>User Roles &amp; Permissions - cont.</vt:lpstr>
      <vt:lpstr>Technology Stack</vt:lpstr>
      <vt:lpstr>Core Features</vt:lpstr>
      <vt:lpstr> ERD ➜</vt:lpstr>
      <vt:lpstr>RESTful API Endpoints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2025-11-18T15:20:34Z</dcterms:modified>
</cp:coreProperties>
</file>